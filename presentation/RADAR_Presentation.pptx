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RADAR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Vehicle Analysis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License Plate Detection  ·  OCR  ·  Seatbelt &amp; Mobile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365760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LapSRN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7260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Real-ESRGAN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Enforcement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of vehicles, license plates, and driver behavior is slow, error-prone, and requires significant human resources.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OCR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plates have unique Arabic characters and dual-language format (Arabic + numbers). Traditional OCR struggles with this complexity.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2336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violations and mobile phone usage while driving are leading causes of accidents. Manual detection is inconsistent.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402336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3232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4572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systems need fast, automated analysis that can process live feeds and images efficiently.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RADAR processes images end-to-end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1005840" cy="100584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or capture from video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371600"/>
            <a:ext cx="1005840" cy="10058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860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detects vehicles (car, bus, truck)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371600"/>
            <a:ext cx="1005840" cy="1005840"/>
          </a:xfrm>
          <a:prstGeom prst="ellipse">
            <a:avLst/>
          </a:prstGeom>
          <a:solidFill>
            <a:srgbClr val="6C63FF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062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&amp; mobile phone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371600"/>
            <a:ext cx="1005840" cy="1005840"/>
          </a:xfrm>
          <a:prstGeom prst="ellipse">
            <a:avLst/>
          </a:prstGeom>
          <a:solidFill>
            <a:srgbClr val="E8553D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locates license plates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27" name="Shape 25"/>
          <p:cNvSpPr/>
          <p:nvPr/>
        </p:nvSpPr>
        <p:spPr>
          <a:xfrm>
            <a:off x="8458200" y="1371600"/>
            <a:ext cx="1005840" cy="1005840"/>
          </a:xfrm>
          <a:prstGeom prst="ellipse">
            <a:avLst/>
          </a:prstGeom>
          <a:solidFill>
            <a:srgbClr val="F0A500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0467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Resolution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 &amp; Real-ESRGAN enhance crops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3836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78440" y="1371600"/>
            <a:ext cx="1005840" cy="1005840"/>
          </a:xfrm>
          <a:prstGeom prst="ellipse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37844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9669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669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read characters (Arabic + numbers)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1148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Roboflow-Style Live Filtering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ONCE at minimum confidence (0.01) and cache results. Sidebar sliders filter cached results client-side — no model re-run on slider change. This gives real-time interactive filtering without GPU overhead.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Models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models working together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Arsenal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3474720" cy="54864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855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9659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license plates in images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280160"/>
            <a:ext cx="347472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(baseline)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1248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0" y="19659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character recognition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931920"/>
            <a:ext cx="347472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Weighted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4617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46177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 for better precision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8912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9120" y="3931920"/>
            <a:ext cx="347472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Detector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663440" y="4617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28A745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46177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344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(car/bus/truck)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13816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138160" y="3931920"/>
            <a:ext cx="347472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Seatbelt+Mobile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412480" y="4617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0A500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058400" y="46177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violation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Plate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— Finding license plates in the wild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 Plate Detection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 |  Fine-tuned on Egyptian car plates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(medium)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 pixels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license plates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52044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416052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80060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widest-first for best OCR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55448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Plate-First Detection?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2468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Detects plates in the full image before cropping — avoids missing small plates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Plates sorted by width (widest first) — best quality crop for OCR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Runs at cache-min confidence (0.01) then filtered client-side at 0.25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663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model handles all Egyptian plate styles (white, blue, old format)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Models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characters from Egyptian license plates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OCR Challenge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plates have unique challenges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Language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contain both Arabic letters and Latin/Arabic numerals — OCR must handle bidirectional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2376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Character Classes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 + 28 Arabic letters with visually similar characters (e.g., ع vs غ, ص vs ض)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Resolution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 plates from far vehicles are blurry — super-resolution enhancement is critical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376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Conditions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572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lighting, angles, plate styles (white, blue), and degradation levels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V2 — Training Results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YOLO26m  |  100 epochs  |  batch=16  |  AdamW  |  characters_final dataset (9,324 images)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5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017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98.9%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3949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772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pic>
        <p:nvPicPr>
          <p:cNvPr id="20" name="Image 0" descr="/home/mesbah/Desktop/Projects/RADAR/presentation/charts/ocr_v2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5486400" cy="34747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00800" y="310896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Architecture: YOLO26m (medium)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4169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Dataset: characters_final — 9,324 images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4498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 Size: 640 × 640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6656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Optimizer: AdamW, lr=0.01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5157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Augmentation: RandAugment + MixUp(0.1)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Warmup: 3 epochs (removed from charts)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58155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epoch: 78 / 100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766560" y="6144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Platform: Kaggle T4 GPU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V2 — Training Curves</a:t>
            </a:r>
            <a:endParaRPr lang="en-US" sz="3000" dirty="0"/>
          </a:p>
        </p:txBody>
      </p:sp>
      <p:pic>
        <p:nvPicPr>
          <p:cNvPr id="7" name="Image 0" descr="/home/mesbah/Desktop/Projects/RADAR/presentation/charts/ocr_v2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2743200"/>
          </a:xfrm>
          <a:prstGeom prst="rect">
            <a:avLst/>
          </a:prstGeom>
        </p:spPr>
      </p:pic>
      <p:pic>
        <p:nvPicPr>
          <p:cNvPr id="8" name="Image 1" descr="/home/mesbah/Desktop/Projects/RADAR/presentation/charts/ocr_v2_precision_r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2743200"/>
          </a:xfrm>
          <a:prstGeom prst="rect">
            <a:avLst/>
          </a:prstGeom>
        </p:spPr>
      </p:pic>
      <p:pic>
        <p:nvPicPr>
          <p:cNvPr id="9" name="Image 2" descr="/home/mesbah/Desktop/Projects/RADAR/presentation/charts/ocr_v2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14800"/>
            <a:ext cx="6400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Model Comparison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OCR models run side-by-side for best 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54480"/>
            <a:ext cx="3566160" cy="54864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B95A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character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plates dataset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on 3 versions: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crop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330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LapSRN 2× enhanced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586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Real-ESRGAN enhanced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554480"/>
            <a:ext cx="356616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with characters_final dataset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56616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9,324 images, 100 epochs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457200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on 3 versions: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5074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crop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5330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LapSRN 2× enhanced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5586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Real-ESRGAN enhanced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0" y="1554480"/>
            <a:ext cx="35661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Weighted-3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50392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 loss for class balance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03920" y="356616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weighted training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03920" y="457200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on 3 versions: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5074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crop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03920" y="5330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LapSRN 2× enhanced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0" y="5586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Real-ESRGAN enhanced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585216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D1ECF1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Total: 3 models × 3 enhancements = 9 OCR results per plate for maximum accuracy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Resolution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image enhancement for better OCR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Super-Resolution Pipeline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15568" y="2240280"/>
            <a:ext cx="36576" cy="8229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Crop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plate crop from plate detector — may be blurry or pixelated, especially for distant vehicles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no processing applied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15568" y="3931920"/>
            <a:ext cx="36576" cy="8229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 2×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Pyramid Super-Resolution Network — upscales 2× using deep learning. Fast inference, good for mild blur.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LapSRN_x2.pb — can crash on certain shapes, wrapped in try/except fallback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5303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Super-Resolution GAN — handles complex degradations (blur, noise, compression artifacts). Higher quality but slower.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5852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recovering text details from degraded plate images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&amp; Mobile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violation detection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&amp; Mobile Detection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 |  80 epochs  |  batch=32  |  6,424 images  |  5 classes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Classes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E8553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person-noseatbelt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Driver/passenger without seatbelt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person-seatbelt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Driver/passenger wearing seatbelt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0175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seatbelt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strap visible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8B95A5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windshield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Windshield detection (context)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in use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46304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Merged from 3 sources: v3 base + v2 mobile + v5 unique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633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6,424 images at 640 × 640 resolution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980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484 mobile phone labels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328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Train/Valid/Test split with balanced distribution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675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from v3 base (NOT v4 which was 320×320)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5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90.0%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008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1752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01752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54.3%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01752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9496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9496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89.8%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39496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86.6%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777240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Model — Training Curves</a:t>
            </a:r>
            <a:endParaRPr lang="en-US" sz="3000" dirty="0"/>
          </a:p>
        </p:txBody>
      </p:sp>
      <p:pic>
        <p:nvPicPr>
          <p:cNvPr id="7" name="Image 0" descr="/home/mesbah/Desktop/Projects/RADAR/presentation/charts/seatbel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Model — Detailed Metrics</a:t>
            </a:r>
            <a:endParaRPr lang="en-US" sz="3000" dirty="0"/>
          </a:p>
        </p:txBody>
      </p:sp>
      <p:pic>
        <p:nvPicPr>
          <p:cNvPr id="7" name="Image 0" descr="/home/mesbah/Desktop/Projects/RADAR/presentation/charts/seatbelt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760720" cy="2743200"/>
          </a:xfrm>
          <a:prstGeom prst="rect">
            <a:avLst/>
          </a:prstGeom>
        </p:spPr>
      </p:pic>
      <p:pic>
        <p:nvPicPr>
          <p:cNvPr id="8" name="Image 1" descr="/home/mesbah/Desktop/Projects/RADAR/presentation/charts/seatbelt_precision_r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760720" cy="2743200"/>
          </a:xfrm>
          <a:prstGeom prst="rect">
            <a:avLst/>
          </a:prstGeom>
        </p:spPr>
      </p:pic>
      <p:pic>
        <p:nvPicPr>
          <p:cNvPr id="9" name="Image 2" descr="/home/mesbah/Desktop/Projects/RADAR/presentation/charts/seatbelt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023360"/>
            <a:ext cx="6400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— Vehicle detection &amp; tracking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Detection &amp; Tracking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Car Detector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(small — fast)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Classes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(2), bus (5), truck (7)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for video frame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425196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threshold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84632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5074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vehicles before interior/plate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Pipeline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210312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video frames for cars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269748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assigns track IDs per pass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329184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IoU &gt; 0.5 + frame proximity &lt; 30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388620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cars by spatial proximity (NOT track ID across passes)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0" y="448056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plate crops for each unique car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507492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plate candidates by crop area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Infrastructure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GPU — Training at scale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Infrastructure &amp; Config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 (free T4 GPU)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Tesla T4 (16GB VRAM)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batch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(batch=32 OOMs for YOLOv11m)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batch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(fits for YOLOv11m at 640)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425196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min/epoch × 100 = ~12 hours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84632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74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5074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min/epoch × 80 = ~5 hours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Matters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batch=32 OOMs on T4 — use batch=16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 loss didn't improve results — normal training with more epochs was better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 + MixUp(0.1) gave best results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Removal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epochs are warmup — exclude from analysis charts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training imgsz=640 or predictions break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Labels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exports have polygon data (&gt;5 values/line) — truncate to first 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Web Interface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Sidebar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confidence sliders for all models (step=0.01). Model status indicators. Cache-min detection for instant filtering.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4944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PNG images → detect cars as clickable cards → interior analysis (seatbelt/mobile) → plate OCR with enhancement comparison.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Car Grid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vehicles shown as image cards with green/red plate badge. Click to analyze. Filtered by confidence slider in real-time.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🔤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9-Way OCR Comparison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OCR models × 3 enhancement levels = 9 results per plate. Annotated images with per-class colored boxes and Franco labels.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892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Gallery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sample images gallery with compact expandable grid. Click any thumbnail to process.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4892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4944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Badges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Streamlit badges: red 'No Belt', green 'Belt', red 'Phone'. Instant visual feedback for safety violations.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74320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45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E85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5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3484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Results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41148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43484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1148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We Faced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11887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Tracking Unreliability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assigns fresh track IDs on each video pass. Cross-pass car matching requires spatial proximity (IoU), not track IDs. Video mode was removed pending a better approach.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417320"/>
            <a:ext cx="54864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OCR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1783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Arabic characters appear far more frequently than others. Attempted weighted BCE loss — but normal training with more epochs performed better.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54864" cy="1188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 Instability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 model crashes on certain image shapes (cv2.error in merge). Required try/except fallback to original image.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154680"/>
            <a:ext cx="54864" cy="1188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Constraints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has 16GB VRAM. YOLOv11m batch=32 OOMs — had to use batch=16. This doubles training 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892040"/>
            <a:ext cx="54864" cy="118872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Label Format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Roboflow YOLO exports include polygon data (&gt;5 values per line). Had to truncate to standard format (class x y w h).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892040"/>
            <a:ext cx="54864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Text Rendering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5257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text (numbers LTR, Arabic RTL) requires careful handling. Used separate_chars() to split and reverse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Mode Revival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55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video processing with better tracking approach. Current plate-first method was too slow.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0" y="141732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55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 best plate crop using sharpness scoring, not just area ranking.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Classification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for vehicle color detection. Config ready (COLOR_KMEANS_CLUSTERS), implementation pending.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Estimation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1560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0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 tracking between frames to estimate vehicle speed from video feeds.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Deduplication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6320" y="48920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892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IoU-based dedup works, but visual similarity (feature matching) would be more robust.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9224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4944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515600" y="48920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8A745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0" y="4892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and TensorRT for faster inference. Deploy on edge devices (Jetson, Coral).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74320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License Plate Detection  ·  OCR  ·  Seatbelt &amp; Mobile Detection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LapSRN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7260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Real-ESRGAN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- Real-Time Vehicle Analysis System</dc:title>
  <dc:subject>PptxGenJS Presentation</dc:subject>
  <dc:creator>RADAR Team</dc:creator>
  <cp:lastModifiedBy>RADAR Team</cp:lastModifiedBy>
  <cp:revision>1</cp:revision>
  <dcterms:created xsi:type="dcterms:W3CDTF">2026-05-15T20:32:20Z</dcterms:created>
  <dcterms:modified xsi:type="dcterms:W3CDTF">2026-05-15T20:32:20Z</dcterms:modified>
</cp:coreProperties>
</file>